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-1440" y="4498560"/>
            <a:ext cx="10078920" cy="116892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bb2e5"/>
              </a:gs>
              <a:gs pos="50000">
                <a:srgbClr val="3cb3e6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ca6e1"/>
              </a:gs>
              <a:gs pos="75000">
                <a:srgbClr val="1ea7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da0df"/>
              </a:gs>
              <a:gs pos="87500">
                <a:srgbClr val="0fa1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PH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8920" cy="10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PH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892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PH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PH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A0601B-18C8-4B3D-91A5-579B3BCDDF63}" type="slidenum"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 flipH="1" flipV="1">
            <a:off x="-1440" y="4498560"/>
            <a:ext cx="10078920" cy="116892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bb2e5"/>
              </a:gs>
              <a:gs pos="50000">
                <a:srgbClr val="3cb3e6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ca6e1"/>
              </a:gs>
              <a:gs pos="75000">
                <a:srgbClr val="1ea7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da0df"/>
              </a:gs>
              <a:gs pos="87500">
                <a:srgbClr val="0fa1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PH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8920" cy="10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PH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892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PH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PH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E82F41-D87C-438F-A053-6AE2D5C323B7}" type="slidenum"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0075680" cy="71892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bb2e5"/>
              </a:gs>
              <a:gs pos="50000">
                <a:srgbClr val="3cb3e6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ca6e1"/>
              </a:gs>
              <a:gs pos="75000">
                <a:srgbClr val="1ea7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da0df"/>
              </a:gs>
              <a:gs pos="87500">
                <a:srgbClr val="0fa1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PH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3240" y="5040000"/>
            <a:ext cx="10075680" cy="63036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bb2e5"/>
              </a:gs>
              <a:gs pos="50000">
                <a:srgbClr val="3cb3e6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ca6e1"/>
              </a:gs>
              <a:gs pos="75000">
                <a:srgbClr val="1ea7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da0df"/>
              </a:gs>
              <a:gs pos="87500">
                <a:srgbClr val="0fa1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PH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8920" cy="47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PH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892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PH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PH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PH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PH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8920" cy="3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538C9F-F0D8-45B3-B285-390ACCDD89B8}" type="slidenum">
              <a:rPr b="0" lang="en-PH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PH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google.com/" TargetMode="External"/><Relationship Id="rId2" Type="http://schemas.openxmlformats.org/officeDocument/2006/relationships/hyperlink" Target="http://google.com/" TargetMode="External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1618920"/>
            <a:ext cx="8998920" cy="108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Title</a:t>
            </a:r>
            <a:endParaRPr b="0" lang="en-PH" sz="3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178920"/>
            <a:ext cx="9358920" cy="4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Page 2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892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PH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PH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PH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b="0" lang="en-PH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PH" sz="3200" strike="noStrike" u="none">
                <a:solidFill>
                  <a:srgbClr val="0000ee"/>
                </a:solidFill>
                <a:effectLst/>
                <a:uFillTx/>
                <a:latin typeface="Arial"/>
                <a:hlinkClick r:id="rId1"/>
              </a:rPr>
              <a:t>test link</a:t>
            </a:r>
            <a:endParaRPr b="0" lang="en-PH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PH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" name=""/>
          <p:cNvGraphicFramePr/>
          <p:nvPr/>
        </p:nvGraphicFramePr>
        <p:xfrm>
          <a:off x="2545920" y="2791800"/>
          <a:ext cx="5075280" cy="72936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PH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tbl1</a:t>
                      </a:r>
                      <a:endParaRPr b="0" lang="en-PH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PH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Tbl2</a:t>
                      </a:r>
                      <a:endParaRPr b="0" lang="en-PH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PH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Tbl3 </a:t>
                      </a:r>
                      <a:r>
                        <a:rPr b="0" lang="en-PH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hlinkClick r:id="rId2"/>
                        </a:rPr>
                        <a:t>test link2</a:t>
                      </a:r>
                      <a:endParaRPr b="0" lang="en-PH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PH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tbl4</a:t>
                      </a:r>
                      <a:endParaRPr b="0" lang="en-PH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55FDF5-3D3C-4271-A78B-D3FE92B42D1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78920"/>
            <a:ext cx="9358920" cy="4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PH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Page 3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892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PH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21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PH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22</a:t>
            </a:r>
            <a:endParaRPr b="0" lang="en-PH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PH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23</a:t>
            </a:r>
            <a:endParaRPr b="0" lang="en-PH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PH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540000" y="2520000"/>
            <a:ext cx="2618280" cy="11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E48B4F-58A6-4680-8B56-5D0BEE51521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2026-04-11T13:46:56Z</dcterms:created>
  <dc:creator/>
  <dc:description>This work is licensed under a Creative Commons 0 License.
It makes use of the works of kka_libo_design@ashisuto.co.jp.</dc:description>
  <dc:language>en-PH</dc:language>
  <cp:lastModifiedBy/>
  <dcterms:modified xsi:type="dcterms:W3CDTF">2026-04-11T16:32:51Z</dcterms:modified>
  <cp:revision>5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